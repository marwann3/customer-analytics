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Libre Baskerville" panose="02000000000000000000" pitchFamily="2" charset="0"/>
      <p:regular r:id="rId13"/>
    </p:embeddedFont>
    <p:embeddedFont>
      <p:font typeface="Open Sans" panose="020B0606030504020204" pitchFamily="34" charset="0"/>
      <p:regular r:id="rId14"/>
    </p:embeddedFont>
    <p:embeddedFont>
      <p:font typeface="Open Sans Bold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61710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0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A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701055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Customer Analytics</a:t>
            </a:r>
            <a:endParaRPr lang="en-US" sz="2750" dirty="0"/>
          </a:p>
        </p:txBody>
      </p:sp>
      <p:sp>
        <p:nvSpPr>
          <p:cNvPr id="4" name="Shape 1"/>
          <p:cNvSpPr/>
          <p:nvPr/>
        </p:nvSpPr>
        <p:spPr>
          <a:xfrm>
            <a:off x="496119" y="1356643"/>
            <a:ext cx="1379934" cy="215354"/>
          </a:xfrm>
          <a:prstGeom prst="roundRect">
            <a:avLst>
              <a:gd name="adj" fmla="val 7900"/>
            </a:avLst>
          </a:prstGeom>
          <a:solidFill>
            <a:srgbClr val="D7D6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81174" y="1399133"/>
            <a:ext cx="166702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ANALYTICS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1946895" y="1356643"/>
            <a:ext cx="1655118" cy="215354"/>
          </a:xfrm>
          <a:prstGeom prst="roundRect">
            <a:avLst>
              <a:gd name="adj" fmla="val 7900"/>
            </a:avLst>
          </a:prstGeom>
          <a:noFill/>
          <a:ln w="4763">
            <a:solidFill>
              <a:srgbClr val="403C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031950" y="1399133"/>
            <a:ext cx="194220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403CC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END-TO-END DATA PROJECT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96119" y="1731466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Tools Used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6119" y="2117750"/>
            <a:ext cx="4722763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Python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Excel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Power BI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6119" y="3056781"/>
            <a:ext cx="4722763" cy="1385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Prepared by:</a:t>
            </a:r>
            <a:endParaRPr lang="en-US" sz="1100" dirty="0"/>
          </a:p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Marwan Mohamed</a:t>
            </a:r>
            <a:endParaRPr lang="en-US" sz="1100" dirty="0"/>
          </a:p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Mohamed Yasser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Mahmoud Elsaid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964704"/>
            <a:ext cx="4722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Project Objective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1620292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goal of this project is to analyze customer behavior and business performance through: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96119" y="2233389"/>
            <a:ext cx="4722763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Cleaning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Data Transformation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Feature Engineering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Exploratory Data Analysis (EDA)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Dashboard Development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96119" y="3725168"/>
            <a:ext cx="472276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transforms raw customer data into meaningful business insights.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03771"/>
            <a:ext cx="8151763" cy="346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Dataset Overview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496119" y="784473"/>
            <a:ext cx="8151763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Dataset Information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96119" y="1191146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dataset contains customer-related information including: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96119" y="1446237"/>
            <a:ext cx="8151763" cy="20374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ID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Country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City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Purchased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Salary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Bonus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Account Balance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Satisfaction Score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Score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Order Status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Premium Customer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96119" y="3613472"/>
            <a:ext cx="8151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Dataset Size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6119" y="3950940"/>
            <a:ext cx="8151763" cy="53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460K+ Records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Multiple Business Attributes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Financial &amp; Customer Metrics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96119" y="4581971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9043"/>
            <a:ext cx="8151763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Cleaning Process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496119" y="821085"/>
            <a:ext cx="8151763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Quality Issues Identified</a:t>
            </a:r>
            <a:endParaRPr lang="en-US" sz="2050" dirty="0"/>
          </a:p>
        </p:txBody>
      </p:sp>
      <p:sp>
        <p:nvSpPr>
          <p:cNvPr id="4" name="Text 2"/>
          <p:cNvSpPr/>
          <p:nvPr/>
        </p:nvSpPr>
        <p:spPr>
          <a:xfrm>
            <a:off x="496119" y="1340197"/>
            <a:ext cx="8151763" cy="1204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Missing Values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Incorrect Data Types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Inconsistent Values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Invalid Performance Scores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Date Formatting Issues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96119" y="2731368"/>
            <a:ext cx="8151763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Cleaning Actions</a:t>
            </a:r>
            <a:endParaRPr lang="en-US" sz="2050" dirty="0"/>
          </a:p>
        </p:txBody>
      </p:sp>
      <p:sp>
        <p:nvSpPr>
          <p:cNvPr id="6" name="Text 4"/>
          <p:cNvSpPr/>
          <p:nvPr/>
        </p:nvSpPr>
        <p:spPr>
          <a:xfrm>
            <a:off x="496119" y="3250481"/>
            <a:ext cx="8151763" cy="14539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Converted Order Date to Date Format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Replaced Salary Nulls using Mean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Replaced Bonus Nulls using Mean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Replaced Missing Phone Values with "Unknown"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Removed Invalid Performance Scores (&gt;5)</a:t>
            </a:r>
            <a:endParaRPr lang="en-US" sz="10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0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Standardized Customer Fields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09501"/>
            <a:ext cx="8151763" cy="346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Feature Engineering</a:t>
            </a:r>
            <a:endParaRPr lang="en-US" sz="2150" dirty="0"/>
          </a:p>
        </p:txBody>
      </p:sp>
      <p:sp>
        <p:nvSpPr>
          <p:cNvPr id="3" name="Text 1"/>
          <p:cNvSpPr/>
          <p:nvPr/>
        </p:nvSpPr>
        <p:spPr>
          <a:xfrm>
            <a:off x="496119" y="790203"/>
            <a:ext cx="8151763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 Features Created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96119" y="1101700"/>
            <a:ext cx="8151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Satisfaction Level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96119" y="1439168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satisfaction categorized into: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496119" y="1694259"/>
            <a:ext cx="8151763" cy="53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Low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Medium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96119" y="2357735"/>
            <a:ext cx="8151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Salary Category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6119" y="2695203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Customers grouped into: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96119" y="2950294"/>
            <a:ext cx="8151763" cy="533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Low Income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Medium Income</a:t>
            </a:r>
            <a:endParaRPr lang="en-US" sz="850" dirty="0"/>
          </a:p>
          <a:p>
            <a:pPr marL="172720" indent="-172720" algn="l">
              <a:lnSpc>
                <a:spcPct val="119000"/>
              </a:lnSpc>
              <a:buSzPct val="100000"/>
              <a:buChar char="•"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 Income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6119" y="3613770"/>
            <a:ext cx="8151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Tenure Years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6119" y="3951238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Calculated customer relationship duration.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96119" y="4238774"/>
            <a:ext cx="8151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Premium Customer Classification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6119" y="4576242"/>
            <a:ext cx="8608963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9000"/>
              </a:lnSpc>
              <a:buNone/>
            </a:pPr>
            <a:r>
              <a:rPr lang="en-US" sz="8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Used for customer segmentation and analysis.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0829"/>
            <a:ext cx="8151763" cy="373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Exploratory Data Analysis (EDA)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496119" y="854943"/>
            <a:ext cx="8151763" cy="298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 Performed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496119" y="1194271"/>
            <a:ext cx="8151763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Revenue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96119" y="1569839"/>
            <a:ext cx="8151763" cy="387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Revenue distribution</a:t>
            </a:r>
            <a:endParaRPr lang="en-US" sz="900" dirty="0"/>
          </a:p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Product contribution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96119" y="2109192"/>
            <a:ext cx="8151763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Customer Analysis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96119" y="2484760"/>
            <a:ext cx="8151763" cy="387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segmentation</a:t>
            </a:r>
            <a:endParaRPr lang="en-US" sz="900" dirty="0"/>
          </a:p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Premium vs Non-Premium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96119" y="3024113"/>
            <a:ext cx="8151763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Geographic 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6119" y="3399681"/>
            <a:ext cx="8151763" cy="387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Country performance</a:t>
            </a:r>
            <a:endParaRPr lang="en-US" sz="900" dirty="0"/>
          </a:p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City performance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96119" y="3939034"/>
            <a:ext cx="8151763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Satisfaction Analysis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6119" y="4314602"/>
            <a:ext cx="8151763" cy="3879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satisfaction trends</a:t>
            </a:r>
            <a:endParaRPr lang="en-US" sz="900" dirty="0"/>
          </a:p>
          <a:p>
            <a:pPr marL="182880" indent="-182880" algn="l">
              <a:lnSpc>
                <a:spcPct val="123000"/>
              </a:lnSpc>
              <a:buSzPct val="100000"/>
              <a:buChar char="•"/>
            </a:pPr>
            <a:r>
              <a:rPr lang="en-US" sz="9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evaluation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17984"/>
            <a:ext cx="8151763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Dashboard 1</a:t>
            </a:r>
            <a:endParaRPr lang="en-US" sz="2450" dirty="0"/>
          </a:p>
        </p:txBody>
      </p:sp>
      <p:sp>
        <p:nvSpPr>
          <p:cNvPr id="3" name="Text 1"/>
          <p:cNvSpPr/>
          <p:nvPr/>
        </p:nvSpPr>
        <p:spPr>
          <a:xfrm>
            <a:off x="496119" y="857473"/>
            <a:ext cx="8151763" cy="3155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Executive Overview Dashboard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496119" y="1218009"/>
            <a:ext cx="8151763" cy="236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KPIs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96119" y="1623343"/>
            <a:ext cx="8151763" cy="881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 Revenue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Total Customers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Satisfaction Score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Completed Orders %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96119" y="2673623"/>
            <a:ext cx="8151763" cy="236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Visualizations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96119" y="3078956"/>
            <a:ext cx="8151763" cy="8816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Revenue Trend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Revenue by Product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Distribution Tree Map</a:t>
            </a:r>
            <a:endParaRPr lang="en-US" sz="95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Revenue Distribution Analysis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6119" y="4129236"/>
            <a:ext cx="8151763" cy="2367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Purpose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96119" y="4534570"/>
            <a:ext cx="8608963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Provides a quick business overview for decision makers.</a:t>
            </a:r>
            <a:endParaRPr lang="en-US" sz="9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C438F04-AE20-20ED-C9C8-79C2CD1A30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9789" y="1376083"/>
            <a:ext cx="5239610" cy="306850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16793"/>
            <a:ext cx="8151763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Dashboard 2</a:t>
            </a:r>
            <a:endParaRPr lang="en-US" sz="2050" dirty="0"/>
          </a:p>
        </p:txBody>
      </p:sp>
      <p:sp>
        <p:nvSpPr>
          <p:cNvPr id="3" name="Text 1"/>
          <p:cNvSpPr/>
          <p:nvPr/>
        </p:nvSpPr>
        <p:spPr>
          <a:xfrm>
            <a:off x="496119" y="780901"/>
            <a:ext cx="8151763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Customer Insights Dashboard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96119" y="1078557"/>
            <a:ext cx="8151763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KPIs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96119" y="1397422"/>
            <a:ext cx="8151763" cy="1032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Salary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Account Balance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Tenure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Average Performance Score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Premium Customers %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 Satisfaction %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96119" y="2549500"/>
            <a:ext cx="8151763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Visualizations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96119" y="2868364"/>
            <a:ext cx="8151763" cy="1032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Matrix Analysis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Pie Chart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Donut Chart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Column Chart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Area Chart</a:t>
            </a:r>
            <a:endParaRPr lang="en-US" sz="800" dirty="0"/>
          </a:p>
          <a:p>
            <a:pPr marL="162560" indent="-162560" algn="l">
              <a:lnSpc>
                <a:spcPct val="117000"/>
              </a:lnSpc>
              <a:buSzPct val="100000"/>
              <a:buChar char="•"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Bar Chart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96119" y="4020443"/>
            <a:ext cx="8151763" cy="199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Purpose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96119" y="4339307"/>
            <a:ext cx="8151763" cy="387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7000"/>
              </a:lnSpc>
              <a:spcAft>
                <a:spcPts val="700"/>
              </a:spcAft>
              <a:buNone/>
            </a:pPr>
            <a:r>
              <a:rPr lang="en-US" sz="8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Provides deeper customer-level insights.</a:t>
            </a:r>
          </a:p>
          <a:p>
            <a:pPr marL="0" indent="0" algn="l">
              <a:lnSpc>
                <a:spcPct val="117000"/>
              </a:lnSpc>
              <a:spcAft>
                <a:spcPts val="700"/>
              </a:spcAft>
              <a:buNone/>
            </a:pPr>
            <a:endParaRPr lang="en-US" sz="8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A0410F6-B1DA-BD0F-8193-BDBED0D7D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441" y="1397422"/>
            <a:ext cx="5530485" cy="3362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796379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Key Insights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296070"/>
            <a:ext cx="8151763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Main Findings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496119" y="1618580"/>
            <a:ext cx="8151763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Customer Insights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6119" y="2096988"/>
            <a:ext cx="8151763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Premium customers generate significant business value.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satisfaction varies across segments.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Some products contribute more revenue than others.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96119" y="3089151"/>
            <a:ext cx="8151763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Business Insights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96119" y="3567559"/>
            <a:ext cx="8151763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Revenue distribution is not equal across categories.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Geographic regions show different performance levels.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Customer behavior patterns can support better business decisions.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40531"/>
            <a:ext cx="4722763" cy="31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Conclusion</a:t>
            </a:r>
            <a:endParaRPr lang="en-US" sz="1950" dirty="0"/>
          </a:p>
        </p:txBody>
      </p:sp>
      <p:sp>
        <p:nvSpPr>
          <p:cNvPr id="4" name="Text 1"/>
          <p:cNvSpPr/>
          <p:nvPr/>
        </p:nvSpPr>
        <p:spPr>
          <a:xfrm>
            <a:off x="3925119" y="780008"/>
            <a:ext cx="472276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Project Summary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3925119" y="1134219"/>
            <a:ext cx="5179963" cy="135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This project demonstrates a complete analytics workflow: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3925119" y="1375097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Preparation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3925119" y="1667024"/>
            <a:ext cx="5179963" cy="1405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✔</a:t>
            </a: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Cleaning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3925119" y="1912665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Data Transformation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925119" y="2204591"/>
            <a:ext cx="5179963" cy="1405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✔</a:t>
            </a: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Feature Engineering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3925119" y="2450232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925119" y="2742158"/>
            <a:ext cx="5179963" cy="1405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✔</a:t>
            </a: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EDA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3925119" y="2987799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Reporting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925119" y="3279725"/>
            <a:ext cx="5179963" cy="1405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✔</a:t>
            </a: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Interactive Dashboards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3925119" y="3525366"/>
            <a:ext cx="4722763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403CC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Technologies Used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925119" y="3817293"/>
            <a:ext cx="4722763" cy="4563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lnSpc>
                <a:spcPct val="114000"/>
              </a:lnSpc>
              <a:buSzPct val="100000"/>
              <a:buChar char="•"/>
            </a:pP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Python</a:t>
            </a:r>
            <a:endParaRPr lang="en-US" sz="750" dirty="0"/>
          </a:p>
          <a:p>
            <a:pPr marL="152400" indent="-152400" algn="l">
              <a:lnSpc>
                <a:spcPct val="114000"/>
              </a:lnSpc>
              <a:buSzPct val="100000"/>
              <a:buChar char="•"/>
            </a:pP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Excel</a:t>
            </a:r>
            <a:endParaRPr lang="en-US" sz="750" dirty="0"/>
          </a:p>
          <a:p>
            <a:pPr marL="152400" indent="-152400" algn="l">
              <a:lnSpc>
                <a:spcPct val="114000"/>
              </a:lnSpc>
              <a:buSzPct val="100000"/>
              <a:buChar char="•"/>
            </a:pP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Power BI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3925119" y="4352479"/>
            <a:ext cx="4722763" cy="35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750" b="1" dirty="0">
                <a:solidFill>
                  <a:srgbClr val="49495A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Result:</a:t>
            </a:r>
            <a:r>
              <a:rPr lang="en-US" sz="750" dirty="0">
                <a:solidFill>
                  <a:srgbClr val="49495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Raw data transformed into actionable business insights.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425</Words>
  <Application>Microsoft Office PowerPoint</Application>
  <PresentationFormat>On-screen Show (16:9)</PresentationFormat>
  <Paragraphs>149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Open Sans Bold</vt:lpstr>
      <vt:lpstr>Arial</vt:lpstr>
      <vt:lpstr>Libre Baskerville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lastModifiedBy>Marwan Mohamed Abdelrahman</cp:lastModifiedBy>
  <cp:revision>2</cp:revision>
  <dcterms:created xsi:type="dcterms:W3CDTF">2026-08-01T11:38:22Z</dcterms:created>
  <dcterms:modified xsi:type="dcterms:W3CDTF">2026-08-01T12:41:37Z</dcterms:modified>
</cp:coreProperties>
</file>