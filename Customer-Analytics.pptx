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105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Analytics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56643"/>
            <a:ext cx="1379934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1399133"/>
            <a:ext cx="166702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ANALYTICS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1946895" y="1356643"/>
            <a:ext cx="165511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31950" y="1399133"/>
            <a:ext cx="19422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DATA PROJECT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173146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2117750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056781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Marwan Mohamed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Mohamed Yasser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Mahmoud Elsaid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6470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2029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goal of this project is to analyze customer behavior and business performance through: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233389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Transformation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Exploratory Data Analysis (EDA)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Development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72516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transforms raw customer data into meaningful business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77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784473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Information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96119" y="1191146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dataset contains customer-related information including: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446237"/>
            <a:ext cx="8151763" cy="203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ID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Purchased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Salary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Bonus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Balance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 Score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Score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Status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Customer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3613472"/>
            <a:ext cx="8151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3950940"/>
            <a:ext cx="8151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460K+ Records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Business Attributes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&amp; Customer Metrics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4581971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04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 Process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2108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Issues Identified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96119" y="1340197"/>
            <a:ext cx="8151763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Values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Incorrect Data Types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Inconsistent Values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Invalid Performance Scores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 Formatting Issues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731368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 Actions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496119" y="3250481"/>
            <a:ext cx="8151763" cy="1453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Converted Order Date to Date Format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Replaced Salary Nulls using Mean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Replaced Bonus Nulls using Mean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Replaced Missing Phone Values with "Unknown"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Invalid Performance Scores (&gt;5)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Customer Fields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50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790203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Features Created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96119" y="1101700"/>
            <a:ext cx="8151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Satisfaction Level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6119" y="1439168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satisfaction categorized into: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694259"/>
            <a:ext cx="8151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2357735"/>
            <a:ext cx="8151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Salary Category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2695203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grouped into: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950294"/>
            <a:ext cx="8151763" cy="5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Income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 Income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Income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6119" y="3613770"/>
            <a:ext cx="8151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Tenure Years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9" y="3951238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Calculated customer relationship duration.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6119" y="4238774"/>
            <a:ext cx="8151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Premium Customer 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119" y="4576242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customer segmentation and analysis.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829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(EDA)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54943"/>
            <a:ext cx="8151763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 Performed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496119" y="1194271"/>
            <a:ext cx="815176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6119" y="1569839"/>
            <a:ext cx="8151763" cy="387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distribution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contribution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2109192"/>
            <a:ext cx="815176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6119" y="2484760"/>
            <a:ext cx="8151763" cy="387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segmentation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vs Non-Premium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6119" y="3024113"/>
            <a:ext cx="815176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Geographic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6119" y="3399681"/>
            <a:ext cx="8151763" cy="387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 performance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performance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6119" y="3939034"/>
            <a:ext cx="815176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Satisfaction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119" y="4314602"/>
            <a:ext cx="8151763" cy="387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satisfaction trends</a:t>
            </a:r>
            <a:endParaRPr lang="en-US" sz="900" dirty="0"/>
          </a:p>
          <a:p>
            <a:pPr algn="l" marL="182880" indent="-182880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984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1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857473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Overview Dashboard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1218009"/>
            <a:ext cx="8151763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96119" y="1623343"/>
            <a:ext cx="8151763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Customers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Satisfaction Score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Completed Orders %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673623"/>
            <a:ext cx="8151763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3078956"/>
            <a:ext cx="8151763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Trend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Product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Distribution Tree Map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Distribution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4129236"/>
            <a:ext cx="8151763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Purpose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6119" y="4534570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quick business overview for decision makers.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79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2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780901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Insights Dashboard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1078557"/>
            <a:ext cx="815176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397422"/>
            <a:ext cx="8151763" cy="1032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Salary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Account Balance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Tenure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Performance Score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Customers %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Satisfaction %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2549500"/>
            <a:ext cx="815176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868364"/>
            <a:ext cx="8151763" cy="1032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Analysis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 Chart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Donut Chart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 Chart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 Chart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 Chart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6119" y="4020443"/>
            <a:ext cx="815176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Purpose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6119" y="4339307"/>
            <a:ext cx="8151763" cy="38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deeper customer-level insights.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63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6070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Main Findings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1618580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Insights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2096988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customers generate significant business value.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satisfaction varies across segments.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products contribute more revenue than others.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089151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6119" y="3567559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distribution is not equal across categories.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regions show different performance levels.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behavior patterns can support better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0531"/>
            <a:ext cx="4722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780008"/>
            <a:ext cx="4722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Summary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925119" y="1134219"/>
            <a:ext cx="5179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a complete analytics workflow: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925119" y="1375097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1667024"/>
            <a:ext cx="5179963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✔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Cleaning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925119" y="1912665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Transformation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25119" y="2204591"/>
            <a:ext cx="5179963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✔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Feature Engineering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25119" y="2450232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25119" y="2742158"/>
            <a:ext cx="5179963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✔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EDA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925119" y="2987799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25119" y="3279725"/>
            <a:ext cx="5179963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✔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Interactive Dashboards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925119" y="3525366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25119" y="3817293"/>
            <a:ext cx="4722763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925119" y="4352479"/>
            <a:ext cx="4722763" cy="3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Result:</a:t>
            </a:r>
            <a:pPr algn="l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Raw data transformed into actionable business insights.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2026-08-01T11:38:22Z</dcterms:created>
  <dcterms:modified xsi:type="dcterms:W3CDTF">2026-08-01T11:38:22Z</dcterms:modified>
</cp:coreProperties>
</file>